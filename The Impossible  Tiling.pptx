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EB Garamond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BGaramond-bold.fntdata"/><Relationship Id="rId12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boldItalic.fntdata"/><Relationship Id="rId14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ea544d4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ea544d4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8669a7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8669a7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669a74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669a74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8669a742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8669a742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8669a742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8669a742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THE IMPOSSIBLE TILING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How symmetry arises from aperiodic chaos</a:t>
            </a:r>
            <a:endParaRPr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1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Periodic Tiles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5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Properties:</a:t>
            </a:r>
            <a:endParaRPr sz="15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Georgia"/>
              <a:buAutoNum type="arabicPeriod"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Translational symmetry:  There exists a vector T such that moving the entire pattern by T leaves it unchanged.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Georgia"/>
              <a:buAutoNum type="arabicPeriod"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Lattice structure:  Any point on the pattern can be represented by a lattice vector. The entire pattern can be generated using the lattice vector and the finite unit cell.                                                       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Georgia"/>
              <a:buAutoNum type="arabicPeriod"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Possible symmetries: 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I. Rotational symmetry: Rotate along a fixed axis, 2 fold(180deg), 3 fold(120deg), 4 fold(90deg) and 6 fold (60deg).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II. Reflection symmetry: Mirror symmetry.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III. Glide symmetry: Mirror symmetry + Translational shift (footsteps on the beach).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</a:t>
            </a:r>
            <a:endParaRPr sz="13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02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There are infinite number of shapes that can tile the plane periodically and another infinite which can tile it both periodically and non-periodically but the question was: Can there be a tile that tiles the plane only non-periodically?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 the given condition, it 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should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be a finite set of tiles which is infinitely repeating; such a tiling pattern is called aperiodic tiling.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Wang’s Conjecture: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If it can tile the plane, it will do so periodically. (Completely false.)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Such a tiling is penrose tiling.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Penrose Tiling is a non-repeating (aperiodic) pattern that still completely covers a plane. It was discovered by Sir Roger Penrose in the 1970s and shows how order can exist without periodic repetition.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Rhombus pattern: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pattern uses thick and thin rhombi.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Have you seen this in our campus?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2397175"/>
            <a:ext cx="21050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 Golden Ratio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Golden Ratio is a mathematical proportion often found in nature and used in art and design to create aesthetically pleasing and balanced compositions. 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When a finite part of this pattern is taken,  the ratio between 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 number of kites to the number of darts gives the golden 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Ratio; which is approximately 1.618.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When we count up the long and short spacings in the Amman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Bars, we get the Fibonacci sequence which also approximates to the golden ratio.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74625"/>
            <a:ext cx="3959225" cy="13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Real World Applications</a:t>
            </a:r>
            <a:endParaRPr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Quasicrystals: Atomic structures which match Penrose like ordering in three 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dimensions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These are used to make non-stick frying equipment and 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surgical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instruments.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Architecture: Unique floor and wall designs (Interesting fact: Some tilings appear in Islamic art, centuries before Penrose).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Mathematics and Physics: Used in research, symmetry breaking and quantum ordering.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Computer Graphics: Algorithm pattern generation and encryption schemes.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Fun fact: In 2023, aperiodic tiling was achieved by a single shape. This shape is a 13 sided figure known as the Einstein tile.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